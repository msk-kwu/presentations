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6" y="-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3B784A-71E4-D24F-EA30-B6F615FF4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1F4E29-A65B-1C5F-1C69-9209094BC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0965A4-B699-0A23-EF08-84EB4D3C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79273-B0AA-FF19-CB1D-5172FA29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A9290F-6D1E-CB3B-DAAE-A357BAFB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3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92826-7C24-8131-48BF-BA00F478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39546-F5F5-135D-7F26-18F40001A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5AE6F5-3E10-F646-48D8-074DDE21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3739B-7EA0-F3A5-96BD-5F963BCD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1975DF-11C5-C1B9-EFAF-503F5F53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26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471C8-CF20-24EB-B2D5-AB6A68016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CFE985-9013-7D12-C9EE-7D862E729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1FB6DE-84B5-A67C-A110-3F9C9229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782E75-E3E5-4BB6-DBAC-6929770AE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6EC4C6-43DB-5B67-537E-ADBA3DFB0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15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FE976-B376-6721-4424-8CB8FC116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A361E-2F78-C561-E98B-D5AEB04C65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75FC1A-3896-369A-C077-D510DEB41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988028-C183-4DBE-43DF-249C5D59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774B84-5821-96D1-734C-D13BFB5D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8EC8EE-F5E2-DCD9-3984-EEB482A2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53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1DFB6-AC95-8E43-B551-67FB8AD95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22372C-6451-731C-5A1C-F4420EB07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B7D4AD-02DF-0173-9E8B-496B85625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9C9EDC-63DA-22D7-FA26-4BC9F04BF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886FAA-CC4C-9C57-2B52-546572C85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859E2C-6578-4545-D348-435336E2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2708BC-4280-BCEC-C13F-D57A1E29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136EFD-2C40-38DA-9C36-09FE44B3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04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13613-D6C0-48F3-5DEB-5E2EFF39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38C34D-567E-4960-76D3-C058411E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33C8C3-A910-245F-6824-69743322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245133-C3D4-1E17-4425-62905032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57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8F50FB-A7C9-1191-9F25-E769D994F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4414FB-7967-175E-8A5C-F0BA09D7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3BFBB6-D1BB-3758-E294-8EFB349D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81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F8FD3-22E3-5A3E-AC77-CB7F0FC4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ECAA5F-64CC-F82E-2E2D-905AE32BA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D01E0F-8FAD-8FED-3EC3-285273BD9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71508-CAE6-872E-4AA6-5D4FDC5F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684633-06B7-E6AA-0774-F9849ECED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475BC0-AB8B-FCB4-90F8-E3FBECC6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874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6E3FC-05FF-9301-BD24-04798940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96A761-731F-BC8E-6352-E029F2A51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8803EE-FC42-BCC9-D1D0-59E6750D0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C83D60-9650-128B-9E82-41673E17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C03412-6A39-6425-B48A-9FD57B66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13DE14-91C6-002D-8D10-EC2E0379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155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15160-B655-D674-5C0A-36FAFDF9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198F9A-ADE0-53DB-D518-4A86FCF67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3EB6D3-7F13-842F-5457-5DF1C7C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A8FDEF-DE1C-94DA-002B-3C08277A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A14F41-8198-7861-ED14-E4C5F27C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50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C80479-6809-216A-C763-5DD54E011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82A41F-4FDA-E423-4409-FB2894485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C9602E-0790-AE00-CC47-31072DFB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0DA0D3-F622-519E-DB9F-7C99E7E7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55EF6-0AB5-F1A3-8F28-0521D1DB5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2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3ACA94-C79C-5BAC-9DBC-E51DD7D3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DC2B32-AFC8-BA25-ADE2-A4D826356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8F748F-634A-B322-E276-42545ED9E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EF2F0-8FB1-42CD-AF44-4A802BFBCCC8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2FCE2-4EB8-629E-C503-1970CE2B4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6F2093-62B7-333F-7063-4326886F1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DF377-4EDA-4CE6-A578-D02A580DDC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98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4FEADC7-539B-43FB-132C-7029AF172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18771"/>
              </p:ext>
            </p:extLst>
          </p:nvPr>
        </p:nvGraphicFramePr>
        <p:xfrm>
          <a:off x="503917" y="3429000"/>
          <a:ext cx="466816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3520">
                  <a:extLst>
                    <a:ext uri="{9D8B030D-6E8A-4147-A177-3AD203B41FA5}">
                      <a16:colId xmlns:a16="http://schemas.microsoft.com/office/drawing/2014/main" val="4131122182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3284324619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2989459374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2746660482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2446740613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2681251053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1844890277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3436313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166717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D851C5-FC22-2473-4F02-BAF29440590A}"/>
              </a:ext>
            </a:extLst>
          </p:cNvPr>
          <p:cNvSpPr/>
          <p:nvPr/>
        </p:nvSpPr>
        <p:spPr>
          <a:xfrm>
            <a:off x="503917" y="3257550"/>
            <a:ext cx="4763408" cy="3657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D3B2DE-D2DB-A93C-09C6-49BBDBE1FB3A}"/>
              </a:ext>
            </a:extLst>
          </p:cNvPr>
          <p:cNvSpPr/>
          <p:nvPr/>
        </p:nvSpPr>
        <p:spPr>
          <a:xfrm>
            <a:off x="6323692" y="3227070"/>
            <a:ext cx="4763408" cy="3657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67BAD4-0AA7-CBBF-EC87-F33EB29CAC70}"/>
              </a:ext>
            </a:extLst>
          </p:cNvPr>
          <p:cNvSpPr txBox="1"/>
          <p:nvPr/>
        </p:nvSpPr>
        <p:spPr>
          <a:xfrm>
            <a:off x="2695122" y="3794760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3CA664-BB8B-BF58-DF9F-2F4B8B250551}"/>
              </a:ext>
            </a:extLst>
          </p:cNvPr>
          <p:cNvSpPr txBox="1"/>
          <p:nvPr/>
        </p:nvSpPr>
        <p:spPr>
          <a:xfrm>
            <a:off x="3270929" y="3794760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6B2A39-AFC9-EB7C-2286-B2DBAE17A9F6}"/>
              </a:ext>
            </a:extLst>
          </p:cNvPr>
          <p:cNvSpPr txBox="1"/>
          <p:nvPr/>
        </p:nvSpPr>
        <p:spPr>
          <a:xfrm>
            <a:off x="3846736" y="3794760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6CD3A1-F5D0-030C-987E-0C4209A524A4}"/>
              </a:ext>
            </a:extLst>
          </p:cNvPr>
          <p:cNvSpPr txBox="1"/>
          <p:nvPr/>
        </p:nvSpPr>
        <p:spPr>
          <a:xfrm>
            <a:off x="4422543" y="3794760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360651-DD2D-CBB5-0965-82D50C9D71B8}"/>
              </a:ext>
            </a:extLst>
          </p:cNvPr>
          <p:cNvSpPr txBox="1"/>
          <p:nvPr/>
        </p:nvSpPr>
        <p:spPr>
          <a:xfrm>
            <a:off x="833899" y="3794760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-3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DF4276-D355-ED54-EB41-E5E01B69F6DF}"/>
              </a:ext>
            </a:extLst>
          </p:cNvPr>
          <p:cNvSpPr txBox="1"/>
          <p:nvPr/>
        </p:nvSpPr>
        <p:spPr>
          <a:xfrm>
            <a:off x="1433972" y="3794760"/>
            <a:ext cx="48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-2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43C92-99FA-3154-F2D8-EF36E3F59BB3}"/>
              </a:ext>
            </a:extLst>
          </p:cNvPr>
          <p:cNvSpPr txBox="1"/>
          <p:nvPr/>
        </p:nvSpPr>
        <p:spPr>
          <a:xfrm>
            <a:off x="2009775" y="3794760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2FD4194-1FC9-4F4C-3BDF-D51439535444}"/>
              </a:ext>
            </a:extLst>
          </p:cNvPr>
          <p:cNvSpPr/>
          <p:nvPr/>
        </p:nvSpPr>
        <p:spPr>
          <a:xfrm>
            <a:off x="3933910" y="3714750"/>
            <a:ext cx="144000" cy="1445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DC9812-B3CC-B63F-0432-354349A8EA5F}"/>
              </a:ext>
            </a:extLst>
          </p:cNvPr>
          <p:cNvSpPr txBox="1"/>
          <p:nvPr/>
        </p:nvSpPr>
        <p:spPr>
          <a:xfrm>
            <a:off x="1320975" y="4335542"/>
            <a:ext cx="303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Trebuchet MS" panose="020B0603020202020204" pitchFamily="34" charset="0"/>
              </a:rPr>
              <a:t>Scalar value = 2</a:t>
            </a:r>
            <a:endParaRPr lang="ko-KR" altLang="en-US" dirty="0">
              <a:latin typeface="Trebuchet MS" panose="020B0603020202020204" pitchFamily="34" charset="0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99C1D2D8-55FE-451B-2532-3A92C68C8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78388"/>
              </p:ext>
            </p:extLst>
          </p:nvPr>
        </p:nvGraphicFramePr>
        <p:xfrm>
          <a:off x="6523717" y="3419475"/>
          <a:ext cx="466816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3520">
                  <a:extLst>
                    <a:ext uri="{9D8B030D-6E8A-4147-A177-3AD203B41FA5}">
                      <a16:colId xmlns:a16="http://schemas.microsoft.com/office/drawing/2014/main" val="4131122182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3284324619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2989459374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2746660482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2446740613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2681251053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1844890277"/>
                    </a:ext>
                  </a:extLst>
                </a:gridCol>
                <a:gridCol w="583520">
                  <a:extLst>
                    <a:ext uri="{9D8B030D-6E8A-4147-A177-3AD203B41FA5}">
                      <a16:colId xmlns:a16="http://schemas.microsoft.com/office/drawing/2014/main" val="3436313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1667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600C99FA-8698-AC5D-D68B-7BF2B344986B}"/>
              </a:ext>
            </a:extLst>
          </p:cNvPr>
          <p:cNvSpPr/>
          <p:nvPr/>
        </p:nvSpPr>
        <p:spPr>
          <a:xfrm>
            <a:off x="6523717" y="3248025"/>
            <a:ext cx="4763408" cy="3657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43AFA4-1265-1247-D57C-E8F0568837CF}"/>
              </a:ext>
            </a:extLst>
          </p:cNvPr>
          <p:cNvSpPr txBox="1"/>
          <p:nvPr/>
        </p:nvSpPr>
        <p:spPr>
          <a:xfrm>
            <a:off x="8714922" y="3785235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345CA5-C9A1-EE5E-6B7A-8F9E05EE2AE7}"/>
              </a:ext>
            </a:extLst>
          </p:cNvPr>
          <p:cNvSpPr txBox="1"/>
          <p:nvPr/>
        </p:nvSpPr>
        <p:spPr>
          <a:xfrm>
            <a:off x="9290729" y="3785235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7BF39-5FFD-A1F1-56DC-7D90180787B3}"/>
              </a:ext>
            </a:extLst>
          </p:cNvPr>
          <p:cNvSpPr txBox="1"/>
          <p:nvPr/>
        </p:nvSpPr>
        <p:spPr>
          <a:xfrm>
            <a:off x="9866536" y="3785235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1A4C44-ED82-A616-E2C3-E65531B719D3}"/>
              </a:ext>
            </a:extLst>
          </p:cNvPr>
          <p:cNvSpPr txBox="1"/>
          <p:nvPr/>
        </p:nvSpPr>
        <p:spPr>
          <a:xfrm>
            <a:off x="10442343" y="3785235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EA2328-47A8-04D9-062F-79921DE95AA5}"/>
              </a:ext>
            </a:extLst>
          </p:cNvPr>
          <p:cNvSpPr txBox="1"/>
          <p:nvPr/>
        </p:nvSpPr>
        <p:spPr>
          <a:xfrm>
            <a:off x="6853699" y="3785235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-3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9925F5-17A3-7B15-3054-169261DED5D9}"/>
              </a:ext>
            </a:extLst>
          </p:cNvPr>
          <p:cNvSpPr txBox="1"/>
          <p:nvPr/>
        </p:nvSpPr>
        <p:spPr>
          <a:xfrm>
            <a:off x="7453772" y="3785235"/>
            <a:ext cx="48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-2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D7CD63-31CD-60DC-8702-C341286C3DE0}"/>
              </a:ext>
            </a:extLst>
          </p:cNvPr>
          <p:cNvSpPr txBox="1"/>
          <p:nvPr/>
        </p:nvSpPr>
        <p:spPr>
          <a:xfrm>
            <a:off x="8029575" y="3785235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D30C93-1CE9-2D74-347B-E50540BA7C7A}"/>
              </a:ext>
            </a:extLst>
          </p:cNvPr>
          <p:cNvSpPr txBox="1"/>
          <p:nvPr/>
        </p:nvSpPr>
        <p:spPr>
          <a:xfrm>
            <a:off x="6600276" y="4286252"/>
            <a:ext cx="4210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Trebuchet MS" panose="020B0603020202020204" pitchFamily="34" charset="0"/>
              </a:rPr>
              <a:t>Vector = 2</a:t>
            </a:r>
          </a:p>
          <a:p>
            <a:pPr algn="ctr"/>
            <a:endParaRPr lang="en-US" altLang="ko-KR" dirty="0">
              <a:latin typeface="Trebuchet MS" panose="020B0603020202020204" pitchFamily="34" charset="0"/>
            </a:endParaRPr>
          </a:p>
          <a:p>
            <a:pPr algn="ctr"/>
            <a:r>
              <a:rPr lang="en-US" altLang="ko-KR" dirty="0">
                <a:latin typeface="Trebuchet MS" panose="020B0603020202020204" pitchFamily="34" charset="0"/>
              </a:rPr>
              <a:t>Vector, always starts from the </a:t>
            </a:r>
            <a:r>
              <a:rPr lang="en-US" altLang="ko-KR" b="1" dirty="0">
                <a:latin typeface="Trebuchet MS" panose="020B0603020202020204" pitchFamily="34" charset="0"/>
              </a:rPr>
              <a:t>Origin</a:t>
            </a:r>
            <a:endParaRPr lang="ko-KR" altLang="en-US" b="1" dirty="0">
              <a:latin typeface="Trebuchet MS" panose="020B0603020202020204" pitchFamily="34" charset="0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9883EB50-DF20-E4D8-D1AE-B3E0C24FDC92}"/>
              </a:ext>
            </a:extLst>
          </p:cNvPr>
          <p:cNvSpPr/>
          <p:nvPr/>
        </p:nvSpPr>
        <p:spPr>
          <a:xfrm>
            <a:off x="8798742" y="3726180"/>
            <a:ext cx="126000" cy="1257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5A32A2A7-492B-451A-5DDA-60CDC45A256A}"/>
              </a:ext>
            </a:extLst>
          </p:cNvPr>
          <p:cNvSpPr/>
          <p:nvPr/>
        </p:nvSpPr>
        <p:spPr>
          <a:xfrm>
            <a:off x="2773800" y="3717904"/>
            <a:ext cx="126000" cy="1257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6E8D375-202E-589C-BCEC-2571CDF8F3F5}"/>
              </a:ext>
            </a:extLst>
          </p:cNvPr>
          <p:cNvSpPr/>
          <p:nvPr/>
        </p:nvSpPr>
        <p:spPr>
          <a:xfrm>
            <a:off x="9955113" y="3712965"/>
            <a:ext cx="144000" cy="1445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7C35329F-CD5E-975B-D357-D82048D2578E}"/>
              </a:ext>
            </a:extLst>
          </p:cNvPr>
          <p:cNvSpPr/>
          <p:nvPr/>
        </p:nvSpPr>
        <p:spPr>
          <a:xfrm>
            <a:off x="8873223" y="3653550"/>
            <a:ext cx="1120762" cy="254438"/>
          </a:xfrm>
          <a:prstGeom prst="rightArrow">
            <a:avLst>
              <a:gd name="adj1" fmla="val 26643"/>
              <a:gd name="adj2" fmla="val 115693"/>
            </a:avLst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428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Trebuchet MS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minsukim010822@gmail.com</dc:creator>
  <cp:lastModifiedBy>minsukim010822@gmail.com</cp:lastModifiedBy>
  <cp:revision>1</cp:revision>
  <dcterms:created xsi:type="dcterms:W3CDTF">2025-04-29T04:57:32Z</dcterms:created>
  <dcterms:modified xsi:type="dcterms:W3CDTF">2025-04-29T05:15:20Z</dcterms:modified>
</cp:coreProperties>
</file>